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5E7E-B002-481B-9968-1204C3C25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D7195-9A4E-473C-A056-E6EE46DA8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9C7AC-BD6C-4892-BDC4-2391D5FE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2C38-BE9B-479F-80C7-F31FBB09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D7CC9-D6A7-4790-8CAA-A3EAA582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66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4751-F376-4A3F-8B68-5DCED87B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FF375-3F02-4B59-A457-F1E455B7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FD2A3-40BD-47F7-968D-F61FCEF9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9E0A-4E78-44C7-B1FE-F1B5069E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BB9C9-B102-4BF8-B18B-BE0998E7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6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32D4-0245-4628-96B6-DAF55A8D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B675E-5F91-4EAF-AC81-9F8F3A051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B784F-6037-45B4-B8DE-26636211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C4C2-AFBD-473D-A4A6-1906D6A1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601AC-99CA-4CD0-90BA-B2D1F533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771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F496-AA1D-4DDA-99A3-3EFEB756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5334A-4E2A-42D8-B014-58F603834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A1509-629D-4C9D-A229-FF2C9D98E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DCDF4-0826-4133-B128-FE631FAD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5DF00-9709-4486-A8D3-0999F425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1C8F5-6B3C-4AEE-8E48-866D1487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06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73937-E62E-414A-89F1-0E548871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BF8CB-AED9-4D8B-9DC3-17309476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8F6CC-1153-4AA1-AFA6-42CF0272C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7DFD0-F160-40A8-833E-A997D51D3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63542-71E2-48C7-821F-EAFE2AF5A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95F8A-9383-4ADB-9641-64440FDF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98060-4BF0-45F5-935B-AEB57FC5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E8E9F-9F2B-4BCB-8E76-8B98F89E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6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A8AE-B9CD-464B-9B50-B6E3DE04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8DC9A-B405-479B-94D2-25D55123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8D8CC-9B60-41DA-9D5E-B9630CD9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3A364-5911-4349-8BA5-3F2B14A7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61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8C576-2AE9-4B2A-9AE0-AF9B5538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4C741-5BDE-43EA-B499-91CD0489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E3CB4-C5F9-4F0F-A053-4CEAAEBC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04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5EAD-1275-42C9-BCD9-62D0994A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6E96D-D2A0-4C44-B64C-645D71064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C8C7D-115B-4E01-93DD-1BE857F01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37396-DB06-49C1-8512-A03DACA2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13089-7234-4E3D-B226-210CD651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0C21-0201-449F-8B47-43DA424A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6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D486-8036-4F5E-9526-7D066451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F32AC-8CCA-4E10-A5ED-992392A99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936C-454C-4377-BA12-7B8F6C48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6700B-A4D9-4368-93F0-B9CA9BB4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FEF6B-47B5-4207-9C77-6B2F2517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9A0B1-8C99-409C-82F5-A6D2EEAE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4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8278-BD43-45AE-BD33-824AB294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CBD75-CEDD-4FDC-8589-B9C4C4770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2E929-07B2-4ED5-B8C6-1F7BDAF8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C8A88-B6A2-4FB1-8EE7-AB4CA273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61A2F-5CC4-447A-A9EA-70BE4A2F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1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7A843-7A25-40A4-9FB3-42D10FDCD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D991F-29F2-4D69-8C1B-12E41B00C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C6DD3-FF69-4B27-AE56-B60CC579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EEF38-2036-40A3-A65F-62D604A5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F32E3-8523-4A0B-87C7-81FEF5EE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19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F51A5-2420-4C96-B138-CC0F3867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FFC93-81AF-4DA3-9091-166EF61F8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7D41-D6CB-49A8-A88B-A779380F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52F13-47F2-4087-89BC-D0D0806C7A50}" type="datetimeFigureOut">
              <a:rPr lang="en-US" smtClean="0"/>
              <a:t>24-Aug-20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6B712-F763-4C4C-A91D-6BB6721FB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25E08-39FA-4BCD-A019-C022CE9F4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D6D18-C555-4464-8159-B7FDE0C27F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8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D669-E984-494F-AAD0-A27611A5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942" y="365125"/>
            <a:ext cx="10326858" cy="80249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87D1-8BF4-489E-BD86-A62CA08E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protocols is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rules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defines how communication between devices and systems are done which includes 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ordering, bit pattern meanings, data frames, error checking, etc,.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protocols in Embedded system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ETHERNET  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06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573C4-B3AB-48DD-B54C-9BA02897069C}"/>
              </a:ext>
            </a:extLst>
          </p:cNvPr>
          <p:cNvSpPr txBox="1"/>
          <p:nvPr/>
        </p:nvSpPr>
        <p:spPr>
          <a:xfrm>
            <a:off x="478302" y="2489982"/>
            <a:ext cx="11713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 INTEGRATED CIRCUIT PROTOCOL (I2C or TWI )</a:t>
            </a:r>
            <a:endParaRPr lang="en-US" sz="5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1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831A-56BB-4E14-A4AE-450251EB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29C4-7F91-4391-9AF0-14A93EB54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1980’s in Tv Sets- Microcontroller connected to each peripheral by wire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and Bulky Structure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Philips Developed Two wired Protocol-I2C in 1982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Reduced Complexity</a:t>
            </a:r>
          </a:p>
        </p:txBody>
      </p:sp>
    </p:spTree>
    <p:extLst>
      <p:ext uri="{BB962C8B-B14F-4D97-AF65-F5344CB8AC3E}">
        <p14:creationId xmlns:p14="http://schemas.microsoft.com/office/powerpoint/2010/main" val="355105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6869-B429-414C-88EF-1CC47776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17480" cy="101350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E1E7-7839-4AAB-A4CC-AD6DDBD4B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Two wired bus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Normal mode	-	100kbps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Fast mode		-	400kbps	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High Speed mode	-	3.4mbps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		-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Serial, 8 bit oriented and bidirectional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 slave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with multi master option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		-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bit or 10 bit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addressing.</a:t>
            </a:r>
          </a:p>
        </p:txBody>
      </p:sp>
    </p:spTree>
    <p:extLst>
      <p:ext uri="{BB962C8B-B14F-4D97-AF65-F5344CB8AC3E}">
        <p14:creationId xmlns:p14="http://schemas.microsoft.com/office/powerpoint/2010/main" val="1325734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D42-DEFB-4C3F-8168-203C27E8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5" y="365126"/>
            <a:ext cx="10650415" cy="97130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7FB29-C428-4607-A72E-EB860BF60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SCL 			:	 Serial Clock Line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SDA 			: 	 Serial Data Line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transfer between devices connected to the bus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 Slave Approach</a:t>
            </a:r>
          </a:p>
        </p:txBody>
      </p:sp>
    </p:spTree>
    <p:extLst>
      <p:ext uri="{BB962C8B-B14F-4D97-AF65-F5344CB8AC3E}">
        <p14:creationId xmlns:p14="http://schemas.microsoft.com/office/powerpoint/2010/main" val="404247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D690-6DAC-40CD-9971-DE42FBB1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358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 and Meanings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BECC-8F01-4AD8-96C5-45A7EB873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115"/>
            <a:ext cx="11085341" cy="49377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 device sending data to the bus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Device receiving data from the bus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initiating a transfer, generates to clock and terminates a transfer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Slave 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Device addressed by the master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36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C7D73-264C-42A1-9353-C3D6D0ACC0C5}"/>
              </a:ext>
            </a:extLst>
          </p:cNvPr>
          <p:cNvSpPr txBox="1"/>
          <p:nvPr/>
        </p:nvSpPr>
        <p:spPr>
          <a:xfrm>
            <a:off x="745587" y="1041007"/>
            <a:ext cx="111978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Multi-master </a:t>
            </a:r>
          </a:p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More than one master can attempt to control the bus</a:t>
            </a:r>
          </a:p>
          <a:p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Arbitration </a:t>
            </a:r>
          </a:p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Two masters initiate I2C command at the same time, 				the arbitration procedure determines which master wins and can 	continue with the command. </a:t>
            </a:r>
          </a:p>
          <a:p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</a:p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procedure to sync then clocks of two or more devices</a:t>
            </a:r>
          </a:p>
          <a:p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68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A132-82B8-418D-B0A6-FAFB3790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009"/>
            <a:ext cx="10515600" cy="9431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and Slave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8DDC-385B-4764-9790-C3A90E367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Controls the SCL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Starts and stops data transfer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Controls addressing of other devices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 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Device address by master</a:t>
            </a:r>
          </a:p>
        </p:txBody>
      </p:sp>
    </p:spTree>
    <p:extLst>
      <p:ext uri="{BB962C8B-B14F-4D97-AF65-F5344CB8AC3E}">
        <p14:creationId xmlns:p14="http://schemas.microsoft.com/office/powerpoint/2010/main" val="1265699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1FA8-4693-482E-B3B6-F0808246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Structure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75AAEB-0887-49A7-B191-F90272B2C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43" y="1985096"/>
            <a:ext cx="9523313" cy="3903382"/>
          </a:xfrm>
        </p:spPr>
      </p:pic>
    </p:spTree>
    <p:extLst>
      <p:ext uri="{BB962C8B-B14F-4D97-AF65-F5344CB8AC3E}">
        <p14:creationId xmlns:p14="http://schemas.microsoft.com/office/powerpoint/2010/main" val="1433376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1744-A0B3-4459-A159-DABBA5DE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components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9664F-213A-43FA-A811-2D4149FD55A4}"/>
              </a:ext>
            </a:extLst>
          </p:cNvPr>
          <p:cNvSpPr txBox="1"/>
          <p:nvPr/>
        </p:nvSpPr>
        <p:spPr>
          <a:xfrm>
            <a:off x="951914" y="1960770"/>
            <a:ext cx="104018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 Data transfer consist of 5 signal components</a:t>
            </a:r>
          </a:p>
          <a:p>
            <a:endParaRPr lang="en-IN" sz="2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Start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0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1F4A8A-F57E-4A31-9F19-B1D7F187C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" t="32638" r="7256" b="4435"/>
          <a:stretch/>
        </p:blipFill>
        <p:spPr>
          <a:xfrm>
            <a:off x="2202640" y="1515792"/>
            <a:ext cx="7855759" cy="39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99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2FE7CC-823B-4649-87BE-268740B1D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22"/>
          <a:stretch/>
        </p:blipFill>
        <p:spPr>
          <a:xfrm>
            <a:off x="1951561" y="1273759"/>
            <a:ext cx="8288878" cy="4071963"/>
          </a:xfrm>
        </p:spPr>
      </p:pic>
    </p:spTree>
    <p:extLst>
      <p:ext uri="{BB962C8B-B14F-4D97-AF65-F5344CB8AC3E}">
        <p14:creationId xmlns:p14="http://schemas.microsoft.com/office/powerpoint/2010/main" val="393797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E492E9-A8B5-468F-A1AC-4B8BF8557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35"/>
          <a:stretch/>
        </p:blipFill>
        <p:spPr>
          <a:xfrm>
            <a:off x="1306902" y="951327"/>
            <a:ext cx="9076348" cy="4955345"/>
          </a:xfrm>
        </p:spPr>
      </p:pic>
    </p:spTree>
    <p:extLst>
      <p:ext uri="{BB962C8B-B14F-4D97-AF65-F5344CB8AC3E}">
        <p14:creationId xmlns:p14="http://schemas.microsoft.com/office/powerpoint/2010/main" val="1679218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E0AFB-5B11-466E-AD87-415F2F241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50"/>
          <a:stretch/>
        </p:blipFill>
        <p:spPr>
          <a:xfrm>
            <a:off x="1488686" y="1237957"/>
            <a:ext cx="9214627" cy="4037428"/>
          </a:xfrm>
        </p:spPr>
      </p:pic>
    </p:spTree>
    <p:extLst>
      <p:ext uri="{BB962C8B-B14F-4D97-AF65-F5344CB8AC3E}">
        <p14:creationId xmlns:p14="http://schemas.microsoft.com/office/powerpoint/2010/main" val="673445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51FE5-25BF-41B6-A088-96D684601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0" b="20416"/>
          <a:stretch/>
        </p:blipFill>
        <p:spPr>
          <a:xfrm>
            <a:off x="1964244" y="1119056"/>
            <a:ext cx="7567241" cy="4212600"/>
          </a:xfrm>
        </p:spPr>
      </p:pic>
    </p:spTree>
    <p:extLst>
      <p:ext uri="{BB962C8B-B14F-4D97-AF65-F5344CB8AC3E}">
        <p14:creationId xmlns:p14="http://schemas.microsoft.com/office/powerpoint/2010/main" val="351220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038B9-E40C-4583-BF5A-C4DAE6959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64"/>
          <a:stretch/>
        </p:blipFill>
        <p:spPr>
          <a:xfrm>
            <a:off x="2020868" y="1083704"/>
            <a:ext cx="8150264" cy="4690592"/>
          </a:xfrm>
        </p:spPr>
      </p:pic>
    </p:spTree>
    <p:extLst>
      <p:ext uri="{BB962C8B-B14F-4D97-AF65-F5344CB8AC3E}">
        <p14:creationId xmlns:p14="http://schemas.microsoft.com/office/powerpoint/2010/main" val="2823978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78F5B-F4C6-4921-B7F9-CF79365C3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98"/>
          <a:stretch/>
        </p:blipFill>
        <p:spPr>
          <a:xfrm>
            <a:off x="2036342" y="986045"/>
            <a:ext cx="8119315" cy="4885910"/>
          </a:xfrm>
        </p:spPr>
      </p:pic>
    </p:spTree>
    <p:extLst>
      <p:ext uri="{BB962C8B-B14F-4D97-AF65-F5344CB8AC3E}">
        <p14:creationId xmlns:p14="http://schemas.microsoft.com/office/powerpoint/2010/main" val="1822873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F5F-C5B1-4DDA-9A53-ADCDB0CB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144" y="365126"/>
            <a:ext cx="10284655" cy="865976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format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401BE-BEAC-4909-877F-E2E17639F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8" t="46195" r="8677" b="16572"/>
          <a:stretch/>
        </p:blipFill>
        <p:spPr>
          <a:xfrm>
            <a:off x="2138288" y="1420837"/>
            <a:ext cx="7370654" cy="248998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A2111-75C4-44CD-A6CD-3A7DFD5D81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1" r="12866" b="67158"/>
          <a:stretch/>
        </p:blipFill>
        <p:spPr>
          <a:xfrm>
            <a:off x="2138288" y="4019999"/>
            <a:ext cx="7596555" cy="216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6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A97A-920B-4137-8F45-CDD34A2F6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163" y="2965108"/>
            <a:ext cx="10107637" cy="21133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5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ERIAL PERIPHERAL INTERFACE</a:t>
            </a:r>
          </a:p>
          <a:p>
            <a:pPr marL="0" indent="0" algn="ctr">
              <a:buNone/>
            </a:pPr>
            <a:r>
              <a:rPr lang="en-IN" sz="5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(SPI</a:t>
            </a:r>
            <a:r>
              <a:rPr lang="en-US" sz="5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1440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5511-0A3C-4C41-957E-8356E0F5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79972-3F7E-4185-968B-03C5F32E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Protocol Developed By Motorola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Four Wire Protocol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Serial Interface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Master-Slave Approach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Synchronous- Data clocked with Clock Signal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Rate-10mbps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duplex mode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85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2254-B811-4106-8F04-8E3029D4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6E93-125F-497C-98EB-312C9E402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SPI Protocol Specifies 4 Signal Wires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Master Out Slave In (MOSI)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Master In Slave Out (MISO)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Serial Clock (SCLK)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Slave Select (SS)</a:t>
            </a:r>
          </a:p>
        </p:txBody>
      </p:sp>
    </p:spTree>
    <p:extLst>
      <p:ext uri="{BB962C8B-B14F-4D97-AF65-F5344CB8AC3E}">
        <p14:creationId xmlns:p14="http://schemas.microsoft.com/office/powerpoint/2010/main" val="330601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6078-1D8B-4AC9-B665-AD786A7C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535" y="365126"/>
            <a:ext cx="10411264" cy="59147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 COMMUNICATION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7381D-C3ED-4D5A-AD2C-8CC4439B5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6" r="7671"/>
          <a:stretch/>
        </p:blipFill>
        <p:spPr>
          <a:xfrm>
            <a:off x="1603717" y="1105727"/>
            <a:ext cx="8834511" cy="5752273"/>
          </a:xfrm>
        </p:spPr>
      </p:pic>
    </p:spTree>
    <p:extLst>
      <p:ext uri="{BB962C8B-B14F-4D97-AF65-F5344CB8AC3E}">
        <p14:creationId xmlns:p14="http://schemas.microsoft.com/office/powerpoint/2010/main" val="4134289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D90F-CF91-4426-9D09-BE06FD408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68" y="365125"/>
            <a:ext cx="10425332" cy="830629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slaves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DD544-1672-45CD-B4E2-17C14157E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" y="1690688"/>
            <a:ext cx="11368073" cy="4736697"/>
          </a:xfrm>
        </p:spPr>
      </p:pic>
    </p:spTree>
    <p:extLst>
      <p:ext uri="{BB962C8B-B14F-4D97-AF65-F5344CB8AC3E}">
        <p14:creationId xmlns:p14="http://schemas.microsoft.com/office/powerpoint/2010/main" val="2111787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F3CD-7117-43CB-A273-A58B7906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 daisy-chain 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9DD1F-6F22-475A-9521-C148583DA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92" y="2251819"/>
            <a:ext cx="11564815" cy="4241056"/>
          </a:xfrm>
        </p:spPr>
      </p:pic>
    </p:spTree>
    <p:extLst>
      <p:ext uri="{BB962C8B-B14F-4D97-AF65-F5344CB8AC3E}">
        <p14:creationId xmlns:p14="http://schemas.microsoft.com/office/powerpoint/2010/main" val="1742045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C0A4-45A4-4352-8296-41998ADE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 Peripherals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A3AA-485B-4679-9C7B-4E7BB76F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Converters (ADC, DAC)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Memories (EEPROM, RAM’s, Flash)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Sensors (Temperature, Humidity, Pressure)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Time Clocks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LCD controllers, UART’s, USB controller, CAN controller, amplifiers</a:t>
            </a:r>
          </a:p>
        </p:txBody>
      </p:sp>
    </p:spTree>
    <p:extLst>
      <p:ext uri="{BB962C8B-B14F-4D97-AF65-F5344CB8AC3E}">
        <p14:creationId xmlns:p14="http://schemas.microsoft.com/office/powerpoint/2010/main" val="228027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466</Words>
  <Application>Microsoft Office PowerPoint</Application>
  <PresentationFormat>Widescreen</PresentationFormat>
  <Paragraphs>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PROTOCOLS</vt:lpstr>
      <vt:lpstr>PowerPoint Presentation</vt:lpstr>
      <vt:lpstr>History</vt:lpstr>
      <vt:lpstr>Basic Characteristics</vt:lpstr>
      <vt:lpstr>Overview</vt:lpstr>
      <vt:lpstr>Terms and Meanings</vt:lpstr>
      <vt:lpstr>PowerPoint Presentation</vt:lpstr>
      <vt:lpstr>Master and Slave </vt:lpstr>
      <vt:lpstr>Physical Structure</vt:lpstr>
      <vt:lpstr>Signal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Transfer format</vt:lpstr>
      <vt:lpstr>PowerPoint Presentation</vt:lpstr>
      <vt:lpstr>Introduction </vt:lpstr>
      <vt:lpstr>Overview</vt:lpstr>
      <vt:lpstr>SPI COMMUNICATION</vt:lpstr>
      <vt:lpstr>Multi slaves</vt:lpstr>
      <vt:lpstr>SPI daisy-chain </vt:lpstr>
      <vt:lpstr>SPI Peripherals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PROTOCOLS</dc:title>
  <dc:creator>Aravinth Kalai</dc:creator>
  <cp:lastModifiedBy>Aravinth Kalai</cp:lastModifiedBy>
  <cp:revision>23</cp:revision>
  <dcterms:created xsi:type="dcterms:W3CDTF">2019-09-14T04:48:06Z</dcterms:created>
  <dcterms:modified xsi:type="dcterms:W3CDTF">2020-08-24T05:27:24Z</dcterms:modified>
</cp:coreProperties>
</file>