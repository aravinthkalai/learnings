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avinth K" initials="AK" lastIdx="1" clrIdx="0">
    <p:extLst>
      <p:ext uri="{19B8F6BF-5375-455C-9EA6-DF929625EA0E}">
        <p15:presenceInfo xmlns:p15="http://schemas.microsoft.com/office/powerpoint/2012/main" userId="42b8233099462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1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A02B4-BC2F-478B-9434-EB283ECB346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A97F6-EEE2-4CB9-9600-3C9A38AA8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28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A97F6-EEE2-4CB9-9600-3C9A38AA8A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8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EE83-772E-49CA-A0B2-944CF0ECD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DDDF0-364D-4741-85BA-16D779B1C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8730C-882F-424F-8499-81F31751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B3BC-8C58-4AE4-86E1-B76BFDA3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7A10-1386-4B04-B10D-81284FD1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6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CDD5-A9ED-4DC3-8FFB-52CE4781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3F010-AFF6-4E5F-8421-5C113E6D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482DE-B0E2-43D3-AB44-D3FEF175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84F2-1EC6-428F-A29A-122155FE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90A5-EE06-4098-AD69-0D8100B9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9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6009-06FB-48B4-88FD-B4213CCF9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53663-94BD-41B7-B49F-5A3C67B40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E1548-A551-4693-98AB-D2E648CB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28534-268E-4E66-BF1E-DEF0CBF7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4D4A5-F950-4305-A23D-A0B67815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34CB5-E504-4CA2-8441-604E47F1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8D6B-E1EF-44AD-B22F-A53C87EB0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ED0F4-C507-4946-BF06-D789E299F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4A49F-C0AE-40B2-816E-61889D4B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406A4-8775-4BE3-B105-A31F75D14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432CE-2964-4EBE-AEF0-21314F43B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958-A405-4F55-B4FD-2369D77F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9D1EA-FB5B-4854-BD84-FE05FF61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07608-FD64-4C9B-87CE-13F0FCE46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344FF-2FFA-406F-883D-E9BEEB966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2EC44-F9FC-48CD-AC04-7CDC0EF5B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F38FB-178F-4963-9D1C-40F5E24A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302BE-33B1-4BF1-8817-F677C16D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06536-5ED8-49EB-B42A-CB873F07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2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BA61-FC0B-4007-9E6C-923DF5E1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BEE83-145F-4512-96C7-4D82B522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0E724-6956-4B51-85D2-8E51ACE2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866DD-EA83-4CBE-B06D-49F5B6C1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3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BDAC9-B4FF-452A-91AA-8A58D6E3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A099D-D5F1-402D-928C-1157EAFD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7FB5-8E6B-4E83-AC91-9BFFB379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39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E613-4A47-4226-8AC1-962DF9CA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FA2C-CA79-40F6-B4C5-65E7BF5D5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B14DB-9638-4E86-8428-144023EBD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DFB2A-542C-4459-A9BB-CD74933C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BC769-3482-4284-B676-97987F5C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941C0-68F2-4757-9191-FD7F587D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0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B3D6-B283-481E-BBA5-EE50D569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C51AA-AD4A-4087-BA4F-5FF167CFB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843B9-64BE-48FB-A221-4C1CD6DEE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4F4E7-5EC7-4188-AB26-8242E884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14644-1F77-4880-A471-A6EE1E1C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E59A-363A-4AD6-90DE-8EE6FB5D4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1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44A0-A115-413A-8479-4E8867D1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8F70C-5B85-44BC-B2B9-52D24AC97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0976D-8704-42FD-8872-1241A77A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AEC66-8DC8-451B-933C-7FC1BDAA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D99FF-49EA-4EEC-9F9D-70AA4CC9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5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72DC9-488C-46D9-ADC9-6B549258C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51FA2-F316-4509-B02C-140727F01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7C0FD-58D1-4077-90DB-5B884DF6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9711-BD35-4C56-ACD5-82DC9BC5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8AD5-887B-46E2-A9FC-D94A3930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0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C426B-AF46-4D84-9BA3-D7EEECBA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AA7B-587F-417D-B24E-A8EA0BFFE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50744-9A1D-449E-A072-6FD00FB2F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6066C-1D0F-4EB3-B694-A06A9A328CA3}" type="datetimeFigureOut">
              <a:rPr lang="en-US" smtClean="0"/>
              <a:t>08-Aug-21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20981-95BB-406D-86AF-931CE3C8D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4CAD-D8AB-45C7-BDE3-82B62EF56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19ADC-76FA-4680-A12C-46BD867D3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6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688E-A5CF-4173-8E05-B53958C4C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(Local Interconnect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6719-051D-49E6-A7C7-A3F95E57D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825624"/>
            <a:ext cx="10622280" cy="4828393"/>
          </a:xfrm>
        </p:spPr>
        <p:txBody>
          <a:bodyPr>
            <a:no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slower &amp; low cost alternative to CAN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by Consortium Group in 2002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as a sub-network of CAN to reduce the Bus Load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Mono-master, up to 15 slaves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messages are initiated by the master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master node can also act as a slave by replying to its own messages.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wire bus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 to 19.2 kbit/s @ 40 meter bus length</a:t>
            </a:r>
          </a:p>
        </p:txBody>
      </p:sp>
    </p:spTree>
    <p:extLst>
      <p:ext uri="{BB962C8B-B14F-4D97-AF65-F5344CB8AC3E}">
        <p14:creationId xmlns:p14="http://schemas.microsoft.com/office/powerpoint/2010/main" val="412965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4C5B-B61A-448B-A865-DE057C6AA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264" y="1825625"/>
            <a:ext cx="10467535" cy="2999593"/>
          </a:xfrm>
        </p:spPr>
        <p:txBody>
          <a:bodyPr/>
          <a:lstStyle/>
          <a:p>
            <a:pPr algn="l"/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Bitrates from 1 to 20 Kbits/s : 2.4, 9.6 and 19.2 Kbits are usually used in automotive applications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/ wake-up capability</a:t>
            </a:r>
          </a:p>
          <a:p>
            <a:pPr marL="0" indent="0" algn="l">
              <a:buNone/>
            </a:pPr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l"/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Automotive, White Goods, Medical – for sensors and actuators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03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95F5-98C7-4631-BE92-ABEAB809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Network physical 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830AF-6A9F-4211-A78D-181660D99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7" y="1990725"/>
            <a:ext cx="6905625" cy="287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6ED2BE-76C1-4C3F-BD5D-D8AE63A65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18" y="1690688"/>
            <a:ext cx="10847363" cy="451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BC71-3287-46C2-8B9C-AE27CFC7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bus message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76361-57FA-484A-BF26-B7340C824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LIN consist of two parts,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break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byte,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 byte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bytes,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Checksum</a:t>
            </a:r>
          </a:p>
        </p:txBody>
      </p:sp>
    </p:spTree>
    <p:extLst>
      <p:ext uri="{BB962C8B-B14F-4D97-AF65-F5344CB8AC3E}">
        <p14:creationId xmlns:p14="http://schemas.microsoft.com/office/powerpoint/2010/main" val="337026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8AB4-5162-44A0-A9AF-FB92ED50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Message Header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FCB76-BFA5-4074-8444-E3D9ED019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2935"/>
          <a:stretch/>
        </p:blipFill>
        <p:spPr>
          <a:xfrm>
            <a:off x="228138" y="2058645"/>
            <a:ext cx="3176244" cy="3160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6999D6-83A6-4244-9B3F-E95AF61E4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64" r="37574"/>
          <a:stretch/>
        </p:blipFill>
        <p:spPr>
          <a:xfrm>
            <a:off x="3404382" y="2058645"/>
            <a:ext cx="4149969" cy="3160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1B95D-1D3A-44E1-94D8-35914C8CDD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27"/>
          <a:stretch/>
        </p:blipFill>
        <p:spPr>
          <a:xfrm>
            <a:off x="7554351" y="2058645"/>
            <a:ext cx="4409511" cy="316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3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C09C-E29A-41FD-A055-850ED908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BC059-BB78-4B81-A446-69DCB46248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927" b="66553"/>
          <a:stretch/>
        </p:blipFill>
        <p:spPr>
          <a:xfrm>
            <a:off x="536117" y="2324319"/>
            <a:ext cx="7791955" cy="1104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6A61A2-7533-4EAA-8DD4-19265D1F8D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447"/>
          <a:stretch/>
        </p:blipFill>
        <p:spPr>
          <a:xfrm>
            <a:off x="536117" y="3428998"/>
            <a:ext cx="11119766" cy="2198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8EB3A0-8677-4E59-A376-B2D80D9D95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073" b="66553"/>
          <a:stretch/>
        </p:blipFill>
        <p:spPr>
          <a:xfrm>
            <a:off x="8328073" y="2324319"/>
            <a:ext cx="3327809" cy="110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0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98B1-32B9-4C9B-9A28-82A54D50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Interframe Sequence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EA2EE-1EF9-40B4-A0DC-4E6A7AA3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54" y="2125833"/>
            <a:ext cx="10444864" cy="355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C4C2-BC81-4C37-933C-FA20DD8F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master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FE6C1-11EB-4720-91A1-EF8EB99F5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4367"/>
            <a:ext cx="9955892" cy="480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A9B9-CE94-4484-B4E6-4D50B16E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slave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ECB82-72C3-4B90-92A5-63A5E03BC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262"/>
            <a:ext cx="10091225" cy="504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FCD4-DB4C-4967-B200-E6914E60A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17" y="365125"/>
            <a:ext cx="10664483" cy="9291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Message 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C3C44-14F9-470F-950A-ABC8B00F3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963" y="1294228"/>
            <a:ext cx="7122855" cy="5409085"/>
          </a:xfrm>
        </p:spPr>
      </p:pic>
    </p:spTree>
    <p:extLst>
      <p:ext uri="{BB962C8B-B14F-4D97-AF65-F5344CB8AC3E}">
        <p14:creationId xmlns:p14="http://schemas.microsoft.com/office/powerpoint/2010/main" val="409537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E239A-B362-44A6-AAD2-F20FD0FC5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Unconditional Frame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default form of communication where the master simply sends a header, requesting information from a specific slave. The relevant slave reacts accordingly.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Triggered frame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like broadcast, master send header to multiple slaves, if a slave had a data then it response data to network,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more than one slave had data, then all slaves send data which results collision, master detects collision and again sends header through unconditional frame.</a:t>
            </a:r>
          </a:p>
        </p:txBody>
      </p:sp>
    </p:spTree>
    <p:extLst>
      <p:ext uri="{BB962C8B-B14F-4D97-AF65-F5344CB8AC3E}">
        <p14:creationId xmlns:p14="http://schemas.microsoft.com/office/powerpoint/2010/main" val="398465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B91D-A305-4D02-BE8A-E6EF1BFC2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943" y="1308295"/>
            <a:ext cx="10172114" cy="1955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Sporadic frame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slave had an updated data then, master sends sporadic frame.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Sporadic frame is created by master by sending header and response data itself.</a:t>
            </a:r>
          </a:p>
        </p:txBody>
      </p:sp>
    </p:spTree>
    <p:extLst>
      <p:ext uri="{BB962C8B-B14F-4D97-AF65-F5344CB8AC3E}">
        <p14:creationId xmlns:p14="http://schemas.microsoft.com/office/powerpoint/2010/main" val="1047244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276F-40B0-45EE-978A-271E896D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data rates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A5D0CA-E2C9-4B9E-A404-9F070BB77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686" y="1564077"/>
            <a:ext cx="9505291" cy="4772813"/>
          </a:xfrm>
        </p:spPr>
      </p:pic>
    </p:spTree>
    <p:extLst>
      <p:ext uri="{BB962C8B-B14F-4D97-AF65-F5344CB8AC3E}">
        <p14:creationId xmlns:p14="http://schemas.microsoft.com/office/powerpoint/2010/main" val="183712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464B-A242-43BE-9198-CD96F23E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6E2BE-55F0-4E54-842A-A6BA89D0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115" y="1690688"/>
            <a:ext cx="7226810" cy="4191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81453A-0CEB-41A3-9C36-0CE20945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37" y="4367725"/>
            <a:ext cx="3980955" cy="15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8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D8B7-8D15-41EE-90D5-FA069ABE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Cluster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968DD-E6EB-4A72-885A-A46039803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89" y="2374216"/>
            <a:ext cx="6877050" cy="300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D3109-D009-461C-B150-931B1679C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608" y="2097991"/>
            <a:ext cx="81057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5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95725-3C44-4A70-A9F1-CAFC36E6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Bus sleep and wake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764D3-6D79-42C0-B975-0D68CF497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3230"/>
            <a:ext cx="10047041" cy="4217743"/>
          </a:xfrm>
          <a:prstGeom prst="rect">
            <a:avLst/>
          </a:prstGeom>
          <a:solidFill>
            <a:srgbClr val="CE1300"/>
          </a:solidFill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26027CA-0864-48A9-AB8A-33EB487D2F0E}"/>
              </a:ext>
            </a:extLst>
          </p:cNvPr>
          <p:cNvSpPr/>
          <p:nvPr/>
        </p:nvSpPr>
        <p:spPr>
          <a:xfrm>
            <a:off x="3123028" y="4543864"/>
            <a:ext cx="267286" cy="211015"/>
          </a:xfrm>
          <a:prstGeom prst="ellipse">
            <a:avLst/>
          </a:prstGeom>
          <a:solidFill>
            <a:srgbClr val="CE1300"/>
          </a:solidFill>
          <a:ln>
            <a:solidFill>
              <a:srgbClr val="CE1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C0F73-5F1D-4952-AA06-893E4CD56604}"/>
              </a:ext>
            </a:extLst>
          </p:cNvPr>
          <p:cNvSpPr txBox="1"/>
          <p:nvPr/>
        </p:nvSpPr>
        <p:spPr>
          <a:xfrm>
            <a:off x="10030265" y="1054462"/>
            <a:ext cx="1026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B4E4E7-0F07-4D6F-BE89-D2D5D68F9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511" y="1803230"/>
            <a:ext cx="2993370" cy="1460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1B3A15-4A26-4610-A185-19B04596FAEF}"/>
              </a:ext>
            </a:extLst>
          </p:cNvPr>
          <p:cNvSpPr txBox="1"/>
          <p:nvPr/>
        </p:nvSpPr>
        <p:spPr>
          <a:xfrm>
            <a:off x="10253368" y="3274813"/>
            <a:ext cx="157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times</a:t>
            </a:r>
          </a:p>
        </p:txBody>
      </p:sp>
    </p:spTree>
    <p:extLst>
      <p:ext uri="{BB962C8B-B14F-4D97-AF65-F5344CB8AC3E}">
        <p14:creationId xmlns:p14="http://schemas.microsoft.com/office/powerpoint/2010/main" val="378460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294</Words>
  <Application>Microsoft Office PowerPoint</Application>
  <PresentationFormat>Widescreen</PresentationFormat>
  <Paragraphs>44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LIN (Local Interconnect Network)</vt:lpstr>
      <vt:lpstr>PowerPoint Presentation</vt:lpstr>
      <vt:lpstr>LIN Network physical Structure </vt:lpstr>
      <vt:lpstr>LIN bus message frame</vt:lpstr>
      <vt:lpstr>LIN Message Header</vt:lpstr>
      <vt:lpstr>LIN Response</vt:lpstr>
      <vt:lpstr>Interframe Sequence </vt:lpstr>
      <vt:lpstr>LIN master flow</vt:lpstr>
      <vt:lpstr>LIN slave flow</vt:lpstr>
      <vt:lpstr>LIN Message Types</vt:lpstr>
      <vt:lpstr>PowerPoint Presentation</vt:lpstr>
      <vt:lpstr>PowerPoint Presentation</vt:lpstr>
      <vt:lpstr>LIN data rates</vt:lpstr>
      <vt:lpstr>LIN Example</vt:lpstr>
      <vt:lpstr>LIN Cluster</vt:lpstr>
      <vt:lpstr>LIN Bus sleep and wake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 (Local Interconnect Network)</dc:title>
  <dc:creator>Aravinth K</dc:creator>
  <cp:lastModifiedBy>Aravinth K</cp:lastModifiedBy>
  <cp:revision>32</cp:revision>
  <dcterms:created xsi:type="dcterms:W3CDTF">2021-05-09T02:37:11Z</dcterms:created>
  <dcterms:modified xsi:type="dcterms:W3CDTF">2021-08-08T04:58:21Z</dcterms:modified>
</cp:coreProperties>
</file>